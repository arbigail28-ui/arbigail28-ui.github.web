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36C63-2B1E-4E9D-9371-FF045F41F8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8CAA75-6D0E-40CC-BA6D-9AA939590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DAC0C3-7690-430E-AA62-8DA1242BB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4DE9-6262-4462-8A1D-1710BA209F63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56358E-A0B2-49F8-87B1-EF01FED95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400995-B549-4DDF-B7EB-613204383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09C5E-1A8C-4101-A7D1-8606797B32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245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4E506-4545-4D34-A004-D0F9C0A42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CB3CBA-6139-4EA7-B755-488BF4986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D29814-1502-49F1-9B8E-4FF557B3D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4DE9-6262-4462-8A1D-1710BA209F63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A7C38-E8B4-4A88-A663-7DC415D8B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C003FD-1F4E-4F77-B554-21474E4C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09C5E-1A8C-4101-A7D1-8606797B32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9080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410D6-C9BE-45CD-AEE1-E4A74AD9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B1071C-4B62-4A05-90A2-C16420AEF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15FEA0-6245-432D-9711-F03DA3E42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4DE9-6262-4462-8A1D-1710BA209F63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A9D0AF-58C5-4F73-9F7D-6735E2C59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8D192E-24CF-41C2-8AC3-9F18208A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09C5E-1A8C-4101-A7D1-8606797B32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4907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4C9AA-8186-428A-81B1-E4392C09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98BF56-95BD-4CC6-A301-3CE5A4B7B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D6917D-44EF-42F7-B957-9BA32FE0B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ECE2AA-EB4E-4C66-ADE5-5CC33ED3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4DE9-6262-4462-8A1D-1710BA209F63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B09E29-E6DC-420A-8DB1-82B91737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1E5B7C-D81C-4EB6-82BD-8E776DB47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09C5E-1A8C-4101-A7D1-8606797B32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2538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6311D-AB6F-4114-B982-65CFCAB22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C263C1-4857-4BD4-A8BA-C9C82DC86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F26C85-E4B2-4C50-882C-5AFFBC73A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7E80FF-151D-4694-8EDB-A1072671D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8D6B280-433E-480C-9C8A-9E72BFEF1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8A52D53-1013-4D52-B02A-0898C8B0D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4DE9-6262-4462-8A1D-1710BA209F63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8AC3DD8-AC33-4BE5-8EEE-B045A1612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1FCD511-5969-4357-8BF3-A782AEF19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09C5E-1A8C-4101-A7D1-8606797B32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6136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4B8C9-0BE3-4E5A-AE6E-DB36CCE06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1FB6F57-39BF-4C24-AD35-E99E6DC9F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4DE9-6262-4462-8A1D-1710BA209F63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477F6E7-F95D-4696-AE51-294E8D4B7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228B5B-B716-47D4-88E1-B1C6D59C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09C5E-1A8C-4101-A7D1-8606797B32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1289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293FE1C-5C9B-4633-9470-367D788DA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4DE9-6262-4462-8A1D-1710BA209F63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A9D3841-A6E2-4FD1-999D-10BE8082A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1D3592-275B-4CC7-A2C7-CC77D10D6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09C5E-1A8C-4101-A7D1-8606797B32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1555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F2B4F-75CC-4AD6-8CC4-C336CC71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AF9FD6-DFCA-4552-A633-4775B4C5A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C0AC20-372A-4D03-B9A3-0E7BEDE3A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84ED57-EC87-48AB-8800-9643C0DF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4DE9-6262-4462-8A1D-1710BA209F63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753163-BBE5-4DFD-A99D-1D923ED7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FB4DC7-4BC0-40A3-B2C3-6929D1341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09C5E-1A8C-4101-A7D1-8606797B32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40109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E594EB-9F73-4B84-B817-45C9C9F4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0C8EB94-F17A-4F8B-83EA-E05888F164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A231F51-6B88-4E25-B255-45B589C61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FC1229-651B-4EC6-862E-E5575349F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4DE9-6262-4462-8A1D-1710BA209F63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527D3C-882A-4A81-A04F-1FC91C9F4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6CAF94-B879-4F9A-B93D-2BE0CB8FD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09C5E-1A8C-4101-A7D1-8606797B32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722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7A93A-2C18-442F-ADB3-34159573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BB2A43-CE38-4097-AB78-A7AB1616C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4DAE2C-F3E2-4592-8B00-E157B158F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4DE9-6262-4462-8A1D-1710BA209F63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729955-B17C-41B1-B474-A84D2B6F7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B44B07-1727-4FC5-9932-3586766E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09C5E-1A8C-4101-A7D1-8606797B32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4517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869312-6BB1-4BEC-8097-129DBA2CDD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145E0CD-9158-449A-827A-79BF6E982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C42EC7-7969-4C04-99AB-30B3889FE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4DE9-6262-4462-8A1D-1710BA209F63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BD12DC-EC17-4492-AA69-ABD9FF4A8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29A895-F8C8-4CBC-838E-4FB69B81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09C5E-1A8C-4101-A7D1-8606797B32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2998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5375F34-3FF5-4EBB-A92B-74DC5338C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E3C30E-80B3-49D4-A5EF-42DC55961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91D6FB-A5A3-49E7-B0CF-0EEF76BD2D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34DE9-6262-4462-8A1D-1710BA209F63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98D910-AA1A-4E73-99C7-B3754BD4F0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BD4C78-DCE0-48AF-B70E-F03717225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09C5E-1A8C-4101-A7D1-8606797B32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0379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6DEB8-AF6B-4BF2-B8FE-94FD2F4592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/>
              <a:t>animacion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FD5026-666C-4C1C-B15E-7ADA560DD9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Sharon alexia </a:t>
            </a:r>
            <a:r>
              <a:rPr lang="es-MX" dirty="0" err="1"/>
              <a:t>cedillo</a:t>
            </a:r>
            <a:r>
              <a:rPr lang="es-MX" dirty="0"/>
              <a:t> </a:t>
            </a:r>
            <a:r>
              <a:rPr lang="es-MX" dirty="0" err="1"/>
              <a:t>cabajal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06330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2000">
        <p14:ripple/>
        <p:sndAc>
          <p:stSnd>
            <p:snd r:embed="rId2" name="laser.wav"/>
          </p:stSnd>
        </p:sndAc>
      </p:transition>
    </mc:Choice>
    <mc:Fallback>
      <p:transition spd="slow" advTm="2000">
        <p:fade/>
        <p:sndAc>
          <p:stSnd>
            <p:snd r:embed="rId2" name="laser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chemeClr val="tx1"/>
            </a:gs>
            <a:gs pos="100000">
              <a:schemeClr val="tx1"/>
            </a:gs>
            <a:gs pos="49000">
              <a:schemeClr val="tx2">
                <a:lumMod val="7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trella: 5 puntas 1">
            <a:extLst>
              <a:ext uri="{FF2B5EF4-FFF2-40B4-BE49-F238E27FC236}">
                <a16:creationId xmlns:a16="http://schemas.microsoft.com/office/drawing/2014/main" id="{05CDF7A3-F4C7-4672-AA5A-98E56F89B77C}"/>
              </a:ext>
            </a:extLst>
          </p:cNvPr>
          <p:cNvSpPr/>
          <p:nvPr/>
        </p:nvSpPr>
        <p:spPr>
          <a:xfrm>
            <a:off x="1133268" y="164224"/>
            <a:ext cx="1262576" cy="142083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Estrella: 5 puntas 12">
            <a:extLst>
              <a:ext uri="{FF2B5EF4-FFF2-40B4-BE49-F238E27FC236}">
                <a16:creationId xmlns:a16="http://schemas.microsoft.com/office/drawing/2014/main" id="{A8798287-E251-435F-888F-B2467F5BA2C9}"/>
              </a:ext>
            </a:extLst>
          </p:cNvPr>
          <p:cNvSpPr/>
          <p:nvPr/>
        </p:nvSpPr>
        <p:spPr>
          <a:xfrm>
            <a:off x="10683268" y="138231"/>
            <a:ext cx="1262576" cy="142083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Estrella: 5 puntas 13">
            <a:extLst>
              <a:ext uri="{FF2B5EF4-FFF2-40B4-BE49-F238E27FC236}">
                <a16:creationId xmlns:a16="http://schemas.microsoft.com/office/drawing/2014/main" id="{CE5F6763-91D4-495A-9056-C5A225B3D716}"/>
              </a:ext>
            </a:extLst>
          </p:cNvPr>
          <p:cNvSpPr/>
          <p:nvPr/>
        </p:nvSpPr>
        <p:spPr>
          <a:xfrm>
            <a:off x="6096000" y="409902"/>
            <a:ext cx="1262576" cy="142083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Estrella: 5 puntas 14">
            <a:extLst>
              <a:ext uri="{FF2B5EF4-FFF2-40B4-BE49-F238E27FC236}">
                <a16:creationId xmlns:a16="http://schemas.microsoft.com/office/drawing/2014/main" id="{5B73020D-2020-4D15-B2FE-36A0CE8F34AA}"/>
              </a:ext>
            </a:extLst>
          </p:cNvPr>
          <p:cNvSpPr/>
          <p:nvPr/>
        </p:nvSpPr>
        <p:spPr>
          <a:xfrm>
            <a:off x="3344174" y="1019558"/>
            <a:ext cx="931462" cy="823573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Estrella: 5 puntas 15">
            <a:extLst>
              <a:ext uri="{FF2B5EF4-FFF2-40B4-BE49-F238E27FC236}">
                <a16:creationId xmlns:a16="http://schemas.microsoft.com/office/drawing/2014/main" id="{71903F18-F2E3-4AD0-9611-FAC7D81AAAB1}"/>
              </a:ext>
            </a:extLst>
          </p:cNvPr>
          <p:cNvSpPr/>
          <p:nvPr/>
        </p:nvSpPr>
        <p:spPr>
          <a:xfrm>
            <a:off x="5242935" y="5437162"/>
            <a:ext cx="1262576" cy="142083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Estrella: 5 puntas 16">
            <a:extLst>
              <a:ext uri="{FF2B5EF4-FFF2-40B4-BE49-F238E27FC236}">
                <a16:creationId xmlns:a16="http://schemas.microsoft.com/office/drawing/2014/main" id="{BF681BD8-2A2F-4969-82CF-255FDF3321CB}"/>
              </a:ext>
            </a:extLst>
          </p:cNvPr>
          <p:cNvSpPr/>
          <p:nvPr/>
        </p:nvSpPr>
        <p:spPr>
          <a:xfrm>
            <a:off x="2305877" y="5567853"/>
            <a:ext cx="1038297" cy="1080052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Estrella: 5 puntas 17">
            <a:extLst>
              <a:ext uri="{FF2B5EF4-FFF2-40B4-BE49-F238E27FC236}">
                <a16:creationId xmlns:a16="http://schemas.microsoft.com/office/drawing/2014/main" id="{729B242C-E83C-4BD6-9AC8-C8692FA4D36F}"/>
              </a:ext>
            </a:extLst>
          </p:cNvPr>
          <p:cNvSpPr/>
          <p:nvPr/>
        </p:nvSpPr>
        <p:spPr>
          <a:xfrm>
            <a:off x="9178940" y="765367"/>
            <a:ext cx="740105" cy="709907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Estrella: 5 puntas 18">
            <a:extLst>
              <a:ext uri="{FF2B5EF4-FFF2-40B4-BE49-F238E27FC236}">
                <a16:creationId xmlns:a16="http://schemas.microsoft.com/office/drawing/2014/main" id="{1232296E-CE02-4C54-9067-707482AF14FA}"/>
              </a:ext>
            </a:extLst>
          </p:cNvPr>
          <p:cNvSpPr/>
          <p:nvPr/>
        </p:nvSpPr>
        <p:spPr>
          <a:xfrm>
            <a:off x="10929424" y="5373757"/>
            <a:ext cx="1262576" cy="142083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Estrella: 5 puntas 19">
            <a:extLst>
              <a:ext uri="{FF2B5EF4-FFF2-40B4-BE49-F238E27FC236}">
                <a16:creationId xmlns:a16="http://schemas.microsoft.com/office/drawing/2014/main" id="{8D213C38-2421-48F0-BCC7-E4659D51B2A0}"/>
              </a:ext>
            </a:extLst>
          </p:cNvPr>
          <p:cNvSpPr/>
          <p:nvPr/>
        </p:nvSpPr>
        <p:spPr>
          <a:xfrm>
            <a:off x="214052" y="5227067"/>
            <a:ext cx="1262576" cy="142083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A55E6B03-1EBD-46F8-8AA4-20E992EE05AB}"/>
              </a:ext>
            </a:extLst>
          </p:cNvPr>
          <p:cNvGrpSpPr/>
          <p:nvPr/>
        </p:nvGrpSpPr>
        <p:grpSpPr>
          <a:xfrm>
            <a:off x="3027586" y="2332380"/>
            <a:ext cx="1555136" cy="2923430"/>
            <a:chOff x="3027586" y="2332380"/>
            <a:chExt cx="1555136" cy="2923430"/>
          </a:xfrm>
        </p:grpSpPr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66178396-7320-4E06-97AF-D6F5B85C028A}"/>
                </a:ext>
              </a:extLst>
            </p:cNvPr>
            <p:cNvGrpSpPr/>
            <p:nvPr/>
          </p:nvGrpSpPr>
          <p:grpSpPr>
            <a:xfrm>
              <a:off x="3027586" y="2332380"/>
              <a:ext cx="1555136" cy="2923430"/>
              <a:chOff x="3027586" y="2332380"/>
              <a:chExt cx="1555136" cy="2923430"/>
            </a:xfrm>
          </p:grpSpPr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D3F5045A-ECE6-42B1-B44F-659C3F823A47}"/>
                  </a:ext>
                </a:extLst>
              </p:cNvPr>
              <p:cNvSpPr/>
              <p:nvPr/>
            </p:nvSpPr>
            <p:spPr>
              <a:xfrm>
                <a:off x="3790122" y="2332383"/>
                <a:ext cx="383301" cy="13384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841B755D-F572-4144-81EE-7E67426209BB}"/>
                  </a:ext>
                </a:extLst>
              </p:cNvPr>
              <p:cNvSpPr/>
              <p:nvPr/>
            </p:nvSpPr>
            <p:spPr>
              <a:xfrm>
                <a:off x="4199421" y="2332382"/>
                <a:ext cx="383301" cy="13384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5FCE6857-5F3C-49A5-9963-B1BF923F587C}"/>
                  </a:ext>
                </a:extLst>
              </p:cNvPr>
              <p:cNvSpPr/>
              <p:nvPr/>
            </p:nvSpPr>
            <p:spPr>
              <a:xfrm>
                <a:off x="3440950" y="2332380"/>
                <a:ext cx="383301" cy="13384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670E1171-D318-47B7-B962-51FA240F02A5}"/>
                  </a:ext>
                </a:extLst>
              </p:cNvPr>
              <p:cNvSpPr/>
              <p:nvPr/>
            </p:nvSpPr>
            <p:spPr>
              <a:xfrm>
                <a:off x="3027586" y="2332380"/>
                <a:ext cx="383301" cy="13384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BDCFCEA2-B330-41E4-A2F1-ED4E3A764C3F}"/>
                  </a:ext>
                </a:extLst>
              </p:cNvPr>
              <p:cNvSpPr/>
              <p:nvPr/>
            </p:nvSpPr>
            <p:spPr>
              <a:xfrm rot="5400000">
                <a:off x="3031770" y="3794095"/>
                <a:ext cx="1584961" cy="13384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DA15759-76B3-40C7-9934-9ED5BFD38E6D}"/>
                </a:ext>
              </a:extLst>
            </p:cNvPr>
            <p:cNvSpPr/>
            <p:nvPr/>
          </p:nvSpPr>
          <p:spPr>
            <a:xfrm>
              <a:off x="3330912" y="2802830"/>
              <a:ext cx="278295" cy="34455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A11B9834-9F1F-47E2-85BA-6A7366922E33}"/>
                </a:ext>
              </a:extLst>
            </p:cNvPr>
            <p:cNvSpPr/>
            <p:nvPr/>
          </p:nvSpPr>
          <p:spPr>
            <a:xfrm>
              <a:off x="3958379" y="2802829"/>
              <a:ext cx="278295" cy="34455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6118AC9C-E2DE-4EC4-B706-2850CC84E143}"/>
              </a:ext>
            </a:extLst>
          </p:cNvPr>
          <p:cNvCxnSpPr/>
          <p:nvPr/>
        </p:nvCxnSpPr>
        <p:spPr>
          <a:xfrm rot="10800000" flipV="1">
            <a:off x="4459357" y="3657591"/>
            <a:ext cx="1179443" cy="6957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29A00862-1043-4129-89AA-E243EB928B72}"/>
              </a:ext>
            </a:extLst>
          </p:cNvPr>
          <p:cNvCxnSpPr/>
          <p:nvPr/>
        </p:nvCxnSpPr>
        <p:spPr>
          <a:xfrm rot="10800000" flipV="1">
            <a:off x="2080282" y="4115458"/>
            <a:ext cx="1179443" cy="6957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373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7.40741E-7 C 0.07604 -0.03796 0.19062 -0.06204 0.31784 -0.06204 C 0.44492 -0.06204 0.5595 -0.03796 0.63568 -7.40741E-7 C 0.5595 0.03796 0.44492 0.06204 0.31784 0.06204 C 0.19062 0.06204 0.07604 0.03796 6.25E-7 -7.40741E-7 Z " pathEditMode="relative" rAng="0" ptsTypes="AAAAA">
                                      <p:cBhvr>
                                        <p:cTn id="5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78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</Words>
  <Application>Microsoft Office PowerPoint</Application>
  <PresentationFormat>Panorámica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animacion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animacion</dc:title>
  <dc:creator>GEM</dc:creator>
  <cp:lastModifiedBy>GEM</cp:lastModifiedBy>
  <cp:revision>4</cp:revision>
  <dcterms:created xsi:type="dcterms:W3CDTF">2026-03-23T01:03:31Z</dcterms:created>
  <dcterms:modified xsi:type="dcterms:W3CDTF">2026-03-23T01:22:12Z</dcterms:modified>
</cp:coreProperties>
</file>